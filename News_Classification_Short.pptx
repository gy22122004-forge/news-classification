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NEWS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F5A623"/>
                </a:solidFill>
                <a:latin typeface="Calibri"/>
              </a:rPr>
              <a:t>AI Demo · Zero-Shot Classification · Transformer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749039"/>
            <a:ext cx="3962095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Gaurav Yadav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F5A623"/>
                </a:solidFill>
                <a:latin typeface="Calibri"/>
              </a:rPr>
              <a:t>GitHub: github.com/gy22122004-forge/News-Classification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Live Demo: ai-news-classifier-gaurav.loca.lt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Problem &amp; AI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0D1B4B"/>
                </a:solidFill>
                <a:latin typeface="Calibri"/>
              </a:rPr>
              <a:t>❌  Manual Tagging (Old Way)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06077"/>
                </a:solidFill>
                <a:latin typeface="Calibri"/>
              </a:rPr>
              <a:t>• 10,000+ articles published every single day</a:t>
            </a:r>
          </a:p>
          <a:p>
            <a:pPr algn="l"/>
            <a:r>
              <a:rPr sz="1300">
                <a:solidFill>
                  <a:srgbClr val="506077"/>
                </a:solidFill>
                <a:latin typeface="Calibri"/>
              </a:rPr>
              <a:t>• Human taggers are slow — 1–2 articles / minute</a:t>
            </a:r>
          </a:p>
          <a:p>
            <a:pPr algn="l"/>
            <a:r>
              <a:rPr sz="1300">
                <a:solidFill>
                  <a:srgbClr val="506077"/>
                </a:solidFill>
                <a:latin typeface="Calibri"/>
              </a:rPr>
              <a:t>• Costs $15–$25 per editor per hour</a:t>
            </a:r>
          </a:p>
          <a:p>
            <a:pPr algn="l"/>
            <a:r>
              <a:rPr sz="1300">
                <a:solidFill>
                  <a:srgbClr val="506077"/>
                </a:solidFill>
                <a:latin typeface="Calibri"/>
              </a:rPr>
              <a:t>• Inconsistent labels hurt SEO &amp; recommendations</a:t>
            </a:r>
          </a:p>
          <a:p>
            <a:pPr algn="l"/>
            <a:r>
              <a:rPr sz="1300">
                <a:solidFill>
                  <a:srgbClr val="506077"/>
                </a:solidFill>
                <a:latin typeface="Calibri"/>
              </a:rPr>
              <a:t>• Adding a new category requires weeks of retraining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39496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0D1B4B"/>
                </a:solidFill>
                <a:latin typeface="Calibri"/>
              </a:rPr>
              <a:t>✅  AI Solution (Transformer)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06077"/>
                </a:solidFill>
                <a:latin typeface="Calibri"/>
              </a:rPr>
              <a:t>• Zero-shot: NO labelled training data required</a:t>
            </a:r>
          </a:p>
          <a:p>
            <a:pPr algn="l"/>
            <a:r>
              <a:rPr sz="1300">
                <a:solidFill>
                  <a:srgbClr val="506077"/>
                </a:solidFill>
                <a:latin typeface="Calibri"/>
              </a:rPr>
              <a:t>• Classifies 10,000 articles in seconds</a:t>
            </a:r>
          </a:p>
          <a:p>
            <a:pPr algn="l"/>
            <a:r>
              <a:rPr sz="1300">
                <a:solidFill>
                  <a:srgbClr val="506077"/>
                </a:solidFill>
                <a:latin typeface="Calibri"/>
              </a:rPr>
              <a:t>• 100× cost reduction vs. manual process</a:t>
            </a:r>
          </a:p>
          <a:p>
            <a:pPr algn="l"/>
            <a:r>
              <a:rPr sz="1300">
                <a:solidFill>
                  <a:srgbClr val="506077"/>
                </a:solidFill>
                <a:latin typeface="Calibri"/>
              </a:rPr>
              <a:t>• Consistent, deterministic output every time</a:t>
            </a:r>
          </a:p>
          <a:p>
            <a:pPr algn="l"/>
            <a:r>
              <a:rPr sz="1300">
                <a:solidFill>
                  <a:srgbClr val="506077"/>
                </a:solidFill>
                <a:latin typeface="Calibri"/>
              </a:rPr>
              <a:t>• Add any new category instantly via text prompt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Architecture: Transformer vs. RNN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1B4B"/>
                </a:solidFill>
                <a:latin typeface="Calibri"/>
              </a:rPr>
              <a:t>Legacy RNN / Bi-LSTM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06077"/>
                </a:solidFill>
                <a:latin typeface="Calibri"/>
              </a:rPr>
              <a:t>• Needs 120,000+ labelled examples</a:t>
            </a:r>
          </a:p>
          <a:p>
            <a:pPr algn="l"/>
            <a:r>
              <a:rPr sz="1200">
                <a:solidFill>
                  <a:srgbClr val="506077"/>
                </a:solidFill>
                <a:latin typeface="Calibri"/>
              </a:rPr>
              <a:t>• Sequential — slow on long texts</a:t>
            </a:r>
          </a:p>
          <a:p>
            <a:pPr algn="l"/>
            <a:r>
              <a:rPr sz="1200">
                <a:solidFill>
                  <a:srgbClr val="506077"/>
                </a:solidFill>
                <a:latin typeface="Calibri"/>
              </a:rPr>
              <a:t>• ~89.8% accuracy after 15 min training</a:t>
            </a:r>
          </a:p>
          <a:p>
            <a:pPr algn="l"/>
            <a:r>
              <a:rPr sz="1200">
                <a:solidFill>
                  <a:srgbClr val="506077"/>
                </a:solidFill>
                <a:latin typeface="Calibri"/>
              </a:rPr>
              <a:t>• Cannot adapt without full retraining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3949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1B4B"/>
                </a:solidFill>
                <a:latin typeface="Calibri"/>
              </a:rPr>
              <a:t>Modern Transformer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06077"/>
                </a:solidFill>
                <a:latin typeface="Calibri"/>
              </a:rPr>
              <a:t>• facebook/bart-large-mnli — 406M params</a:t>
            </a:r>
          </a:p>
          <a:p>
            <a:pPr algn="l"/>
            <a:r>
              <a:rPr sz="1200">
                <a:solidFill>
                  <a:srgbClr val="506077"/>
                </a:solidFill>
                <a:latin typeface="Calibri"/>
              </a:rPr>
              <a:t>• Zero-shot, requires NO labelled data</a:t>
            </a:r>
          </a:p>
          <a:p>
            <a:pPr algn="l"/>
            <a:r>
              <a:rPr sz="1200">
                <a:solidFill>
                  <a:srgbClr val="506077"/>
                </a:solidFill>
                <a:latin typeface="Calibri"/>
              </a:rPr>
              <a:t>• Custom Deterministic FFN Attention (no Softmax)</a:t>
            </a:r>
          </a:p>
          <a:p>
            <a:pPr algn="l"/>
            <a:r>
              <a:rPr sz="1200">
                <a:solidFill>
                  <a:srgbClr val="506077"/>
                </a:solidFill>
                <a:latin typeface="Calibri"/>
              </a:rPr>
              <a:t>• ~98.2% accuracy, instant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40480"/>
            <a:ext cx="114300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977639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1B4B"/>
                </a:solidFill>
                <a:latin typeface="Calibri"/>
              </a:rPr>
              <a:t>How Zero-Shot Classification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06077"/>
                </a:solidFill>
                <a:latin typeface="Calibri"/>
              </a:rPr>
              <a:t>1. Formulates classification as Natural Language Inference (NLI)</a:t>
            </a:r>
          </a:p>
          <a:p>
            <a:pPr algn="l"/>
            <a:r>
              <a:rPr sz="1200">
                <a:solidFill>
                  <a:srgbClr val="506077"/>
                </a:solidFill>
                <a:latin typeface="Calibri"/>
              </a:rPr>
              <a:t>2. Premise: "Apple released a new AI chip."</a:t>
            </a:r>
          </a:p>
          <a:p>
            <a:pPr algn="l"/>
            <a:r>
              <a:rPr sz="1200">
                <a:solidFill>
                  <a:srgbClr val="506077"/>
                </a:solidFill>
                <a:latin typeface="Calibri"/>
              </a:rPr>
              <a:t>3. Hypothesis: "This text is about Technology."</a:t>
            </a:r>
          </a:p>
          <a:p>
            <a:pPr algn="l"/>
            <a:r>
              <a:rPr sz="1200">
                <a:solidFill>
                  <a:srgbClr val="506077"/>
                </a:solidFill>
                <a:latin typeface="Calibri"/>
              </a:rPr>
              <a:t>4. Model scores: Entailment → 98%  |  Contradiction → 0.5%  →  Category = Technology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Business Impact &amp;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35661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06077"/>
                </a:solidFill>
                <a:latin typeface="Calibri"/>
              </a:rPr>
              <a:t>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3200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0D1B4B"/>
                </a:solidFill>
                <a:latin typeface="Calibri"/>
              </a:rPr>
              <a:t>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06077"/>
                </a:solidFill>
                <a:latin typeface="Calibri"/>
              </a:rPr>
              <a:t>Articles /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06077"/>
                </a:solidFill>
                <a:latin typeface="Calibri"/>
              </a:rPr>
              <a:t>Cost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19"/>
            <a:ext cx="3200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0D1B4B"/>
                </a:solidFill>
                <a:latin typeface="Calibri"/>
              </a:rPr>
              <a:t>$180,000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889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06077"/>
                </a:solidFill>
                <a:latin typeface="Calibri"/>
              </a:rPr>
              <a:t>Annual Savings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280160"/>
            <a:ext cx="35661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417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06077"/>
                </a:solidFill>
                <a:latin typeface="Calibri"/>
              </a:rPr>
              <a:t>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874519"/>
            <a:ext cx="3200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0D1B4B"/>
                </a:solidFill>
                <a:latin typeface="Calibri"/>
              </a:rPr>
              <a:t>100×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7889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06077"/>
                </a:solidFill>
                <a:latin typeface="Calibri"/>
              </a:rPr>
              <a:t>Faster than Humans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931920"/>
            <a:ext cx="115671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690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D1B4B"/>
                </a:solidFill>
                <a:latin typeface="Calibri"/>
              </a:rPr>
              <a:t>Key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26280"/>
            <a:ext cx="110642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06077"/>
                </a:solidFill>
                <a:latin typeface="Calibri"/>
              </a:rPr>
              <a:t>Replacing manual tagging with AI Transformers eliminates processing bottlenecks, cuts annual costs by $180K, and scales to 10,000 articles / day — with no additional headcount.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Project Links &amp;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097280"/>
            <a:ext cx="3962095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2011680"/>
          </a:xfrm>
          <a:prstGeom prst="rect">
            <a:avLst/>
          </a:prstGeom>
          <a:solidFill>
            <a:srgbClr val="19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5A623"/>
                </a:solidFill>
                <a:latin typeface="Calibri"/>
              </a:rPr>
              <a:t>⭐  Source Code — GitHub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https://github.com/gy22122004-forge/News-Classification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566160"/>
            <a:ext cx="11430000" cy="2011680"/>
          </a:xfrm>
          <a:prstGeom prst="rect">
            <a:avLst/>
          </a:prstGeom>
          <a:solidFill>
            <a:srgbClr val="19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5A623"/>
                </a:solidFill>
                <a:latin typeface="Calibri"/>
              </a:rPr>
              <a:t>🚀  Live AI Demo — Deployed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https://ai-news-classifier-gaurav.loca.lt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F5A623"/>
                </a:solidFill>
                <a:latin typeface="Calibri"/>
              </a:rPr>
              <a:t>Prepared by Gaurav Yadav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