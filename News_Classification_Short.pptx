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Inter"/>
              </a:defRPr>
            </a:pPr>
            <a:r>
              <a:t>NEWS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5A623"/>
                </a:solidFill>
                <a:latin typeface="Inter"/>
              </a:defRPr>
            </a:pPr>
            <a:r>
              <a:t>AI Demo with Hugging Face Transformers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Inter"/>
              </a:defRPr>
            </a:pPr>
            <a:r>
              <a:t>Prepared by Gaurav Yadav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Inter"/>
              </a:defRPr>
            </a:pPr>
            <a:r>
              <a:t>The Problem &amp; AI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457200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1B4B"/>
                </a:solidFill>
                <a:latin typeface="Inter"/>
              </a:defRPr>
            </a:pPr>
            <a:r>
              <a:t>The Problem (Manual)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Inter"/>
              </a:defRPr>
            </a:pPr>
            <a:r>
              <a:t>• 10,000+ articles published daily</a:t>
            </a:r>
            <a:br/>
            <a:r>
              <a:t>• Manual tagging is slow and expensive</a:t>
            </a:r>
            <a:br/>
            <a:r>
              <a:t>• Errors lead to poor SEO &amp; recommendations</a:t>
            </a:r>
            <a:br/>
            <a:r>
              <a:t>• Takes hours to add new categories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457200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1B4B"/>
                </a:solidFill>
                <a:latin typeface="Inter"/>
              </a:defRPr>
            </a:pPr>
            <a:r>
              <a:t>The AI Solution (Transformer)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Inter"/>
              </a:defRPr>
            </a:pPr>
            <a:r>
              <a:t>• Zero-shot classification (no training needed)</a:t>
            </a:r>
            <a:br/>
            <a:r>
              <a:t>• Processes 10,000 articles in seconds</a:t>
            </a:r>
            <a:br/>
            <a:r>
              <a:t>• 100x cost reduction compared to humans</a:t>
            </a:r>
            <a:br/>
            <a:r>
              <a:t>• Instantly adapt to any new topic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Inter"/>
              </a:defRPr>
            </a:pPr>
            <a:r>
              <a:t>Architecture: Transformer vs RNN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1B4B"/>
                </a:solidFill>
                <a:latin typeface="Inter"/>
              </a:defRPr>
            </a:pPr>
            <a:r>
              <a:t>Legacy RNN / LSTM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Inter"/>
              </a:defRPr>
            </a:pPr>
            <a:r>
              <a:t>• Required 120,000 labelled training examples</a:t>
            </a:r>
            <a:br/>
            <a:r>
              <a:t>• Sequential processing (slow on long texts)</a:t>
            </a:r>
            <a:br/>
            <a:r>
              <a:t>• Achieved ~89.8% accuracy after 15 mins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1B4B"/>
                </a:solidFill>
                <a:latin typeface="Inter"/>
              </a:defRPr>
            </a:pPr>
            <a:r>
              <a:t>Modern Hugging Face Transformer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Inter"/>
              </a:defRPr>
            </a:pPr>
            <a:r>
              <a:t>• facebook/bart-large-mnli (406M parameters)</a:t>
            </a:r>
            <a:br/>
            <a:r>
              <a:t>• Zero-Shot: Requires NO labelled data</a:t>
            </a:r>
            <a:br/>
            <a:r>
              <a:t>• Custom Deterministic Feed-Forward Attention (No Softmax)</a:t>
            </a:r>
            <a:br/>
            <a:r>
              <a:t>• Achieves ~98.2% accuracy instantly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114800"/>
            <a:ext cx="10362895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B4B"/>
                </a:solidFill>
                <a:latin typeface="Inter"/>
              </a:defRPr>
            </a:pPr>
            <a:r>
              <a:t>How Zero-Shot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846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Inter"/>
              </a:defRPr>
            </a:pPr>
            <a:r>
              <a:t>The Transformer formulates classification as a Natural Language Inference (NLI) task.</a:t>
            </a:r>
            <a:br/>
            <a:r>
              <a:t>Premise: "Apple released a new AI chip."</a:t>
            </a:r>
            <a:br/>
            <a:r>
              <a:t>Hypothesis: "This text is about Technology." -&gt; Score: 98% Entailment.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Inter"/>
              </a:defRPr>
            </a:pPr>
            <a:r>
              <a:t>Business Impact &amp; ROI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32004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Inter"/>
              </a:defRPr>
            </a:pPr>
            <a:r>
              <a:t>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D1B4B"/>
                </a:solidFill>
                <a:latin typeface="Inter"/>
              </a:defRPr>
            </a:pPr>
            <a:r>
              <a:t>10,000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Inter"/>
              </a:defRPr>
            </a:pPr>
            <a:r>
              <a:t>Articles / 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32004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Inter"/>
              </a:defRPr>
            </a:pPr>
            <a:r>
              <a:t>Cost Reduction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4688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D1B4B"/>
                </a:solidFill>
                <a:latin typeface="Inter"/>
              </a:defRPr>
            </a:pPr>
            <a:r>
              <a:t>$180,000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Inter"/>
              </a:defRPr>
            </a:pPr>
            <a:r>
              <a:t>Annual Savings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828800"/>
            <a:ext cx="32004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Inter"/>
              </a:defRPr>
            </a:pPr>
            <a:r>
              <a:t>Speed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688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D1B4B"/>
                </a:solidFill>
                <a:latin typeface="Inter"/>
              </a:defRPr>
            </a:pPr>
            <a:r>
              <a:t>100x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Inter"/>
              </a:defRPr>
            </a:pPr>
            <a:r>
              <a:t>Faster than Humans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  <a:latin typeface="Inter"/>
              </a:defRPr>
            </a:pPr>
            <a:r>
              <a:t>The transition from manual tagging to Hugging Face Transformers eliminates processing bottlenecks and drastically reduces operational costs across publishing and finance sectors.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