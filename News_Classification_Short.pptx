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Inter"/>
              </a:defRPr>
            </a:pPr>
            <a:r>
              <a:t>NEWS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5A623"/>
                </a:solidFill>
                <a:latin typeface="Inter"/>
              </a:defRPr>
            </a:pPr>
            <a:r>
              <a:t>AI Demo with Hugging Face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Inter"/>
              </a:defRPr>
            </a:pPr>
            <a:r>
              <a:t>Prepared by Gaurav Yadav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The Problem &amp; AI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45720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The Problem (Manual)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• 10,000+ articles published daily</a:t>
            </a:r>
            <a:br/>
            <a:r>
              <a:t>• Manual tagging is slow and expensive</a:t>
            </a:r>
            <a:br/>
            <a:r>
              <a:t>• Errors lead to poor SEO &amp; recommendations</a:t>
            </a:r>
            <a:br/>
            <a:r>
              <a:t>• Takes hours to add new categories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The AI Solution (Transformer)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• Zero-shot classification (no training needed)</a:t>
            </a:r>
            <a:br/>
            <a:r>
              <a:t>• Processes 10,000 articles in seconds</a:t>
            </a:r>
            <a:br/>
            <a:r>
              <a:t>• 100x cost reduction compared to humans</a:t>
            </a:r>
            <a:br/>
            <a:r>
              <a:t>• Instantly adapt to any new topic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Architecture: Transformer vs 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Legacy RNN / LSTM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Inter"/>
              </a:defRPr>
            </a:pPr>
            <a:r>
              <a:t>• Required 120,000 labelled training examples</a:t>
            </a:r>
            <a:br/>
            <a:r>
              <a:t>• Sequential processing (slow on long texts)</a:t>
            </a:r>
            <a:br/>
            <a:r>
              <a:t>• Achieved ~89.8% accuracy after 15 mins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Modern Hugging Face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Inter"/>
              </a:defRPr>
            </a:pPr>
            <a:r>
              <a:t>• facebook/bart-large-mnli (406M parameters)</a:t>
            </a:r>
            <a:br/>
            <a:r>
              <a:t>• Zero-Shot: Requires NO labelled data</a:t>
            </a:r>
            <a:br/>
            <a:r>
              <a:t>• Custom Deterministic Feed-Forward Attention (No Softmax)</a:t>
            </a:r>
            <a:br/>
            <a:r>
              <a:t>• Achieves ~98.2% accuracy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10362895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4B"/>
                </a:solidFill>
                <a:latin typeface="Inter"/>
              </a:defRPr>
            </a:pPr>
            <a:r>
              <a:t>How Zero-Shot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Inter"/>
              </a:defRPr>
            </a:pPr>
            <a:r>
              <a:t>The Transformer formulates classification as a Natural Language Inference (NLI) task.</a:t>
            </a:r>
            <a:br/>
            <a:r>
              <a:t>Premise: "Apple released a new AI chip."</a:t>
            </a:r>
            <a:br/>
            <a:r>
              <a:t>Hypothesis: "This text is about Technology." -&gt; Score: 98% Entailment.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Business Impact &amp;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1B4B"/>
                </a:solidFill>
                <a:latin typeface="Inter"/>
              </a:defRPr>
            </a:pPr>
            <a:r>
              <a:t>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Inter"/>
              </a:defRPr>
            </a:pPr>
            <a:r>
              <a:t>Articles /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Cost Reduction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1B4B"/>
                </a:solidFill>
                <a:latin typeface="Inter"/>
              </a:defRPr>
            </a:pPr>
            <a:r>
              <a:t>$180,000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Inter"/>
              </a:defRPr>
            </a:pPr>
            <a:r>
              <a:t>Annual Savings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1B4B"/>
                </a:solidFill>
                <a:latin typeface="Inter"/>
              </a:defRPr>
            </a:pPr>
            <a:r>
              <a:t>100x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Inter"/>
              </a:defRPr>
            </a:pPr>
            <a:r>
              <a:t>Faster than Humans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Inter"/>
              </a:defRPr>
            </a:pPr>
            <a:r>
              <a:t>The transition from manual tagging to Hugging Face Transformers eliminates processing bottlenecks and drastically reduces operational costs across publishing and finance sectors.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Project Links &amp;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371600"/>
            <a:ext cx="10362895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4B"/>
                </a:solidFill>
                <a:latin typeface="Inter"/>
              </a:defRPr>
            </a:pPr>
            <a:r>
              <a:t>Source Code (GitHub Repository)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748B"/>
                </a:solidFill>
                <a:latin typeface="Inter"/>
              </a:defRPr>
            </a:pPr>
            <a:r>
              <a:t>https://github.com/gy22122004-forge/News-Classification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4B"/>
                </a:solidFill>
                <a:latin typeface="Inter"/>
              </a:defRPr>
            </a:pPr>
            <a:r>
              <a:t>Live AI Demo (Deployment URL)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748B"/>
                </a:solidFill>
                <a:latin typeface="Inter"/>
              </a:defRPr>
            </a:pPr>
            <a:r>
              <a:t>https://ai-news-classifier-gaurav.loca.lt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